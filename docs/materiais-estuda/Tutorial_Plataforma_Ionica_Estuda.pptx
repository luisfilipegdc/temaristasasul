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Assista ao vídeo lado a lado com a plataforma para validar cada clique — a sequência de telas pode variar conforme atualizações da Estuda.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preenchimento automático de nomes de alunos só aparece no arquivo final, nunca na pré-visualização.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— PLATAFORMA ESTUDA (IÔNICA)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de provas · Adição de questões · Adaptações Inteligentes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 Tecnologia Educacional (TE)  ·  31/07/2026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822960" cy="82296"/>
          </a:xfrm>
          <a:prstGeom prst="rect">
            <a:avLst/>
          </a:prstGeom>
          <a:solidFill>
            <a:srgbClr val="0F766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inicial da prova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questões na prova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337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Adaptações Inteligentes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297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Aviso: acesso à Iônica (chamado 644161)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5212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212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5257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 de suporte Estuda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Configuração inicial da prova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de referência: youtu.be/rDZt5a4lLvs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Avaliações → Nova avaliação.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3317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nome, disciplina, série/turma e data de aplicação.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2004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formato: impresso, misto ou 100% online.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0690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correção, pontuação e visibilidade do gabarito.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9377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 — a prova fica em rascunho em "Todas as Avaliações".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Adicionar questões na prova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de referência: youtu.be/8eb_wxRFIwU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a aba "Questões" dentro da prova.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3317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a origem: banco Estuda, questões próprias ou importação.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2004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questões objetivas e/ou discursivas.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0690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a ordem e revise a numeração final.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9377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Pré-visualize e gere o arquivo (PDF, Word ou impressão).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Adaptações Inteligentes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gera automaticamente versões adaptadas de provas para alunos com Necessidades Educacionais Especiais (NEE), sem aumentar o trabalho docente.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274320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7432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Impresso ou misto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274320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27432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Objetivas + Discursivas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274320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15400" y="27432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Impressão inteligente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Cadastre NEE em Gerenciamento → Adaptações Inteligentes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251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a avaliação (impressa/mista) e selecione os alunos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846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"Adaptação" para gerar as versões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440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Imprima e aplique — nome do aluno já preenchido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Adaptações Inteligentes — Novidades desta versão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03520" cy="123444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1732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Provas adaptadas agrupadas dentro da prova principal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72200" y="1280160"/>
            <a:ext cx="5303520" cy="123444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0" y="141732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com mesma adaptação processados em 1 arquivo só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303520" cy="123444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8036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Questões discursivas agora entram na adaptação por IA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2743200"/>
            <a:ext cx="5303520" cy="123444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88036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aluno preenchido automaticamente na impressão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52628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Limitações: só provas impressas/mistas · IA adapta apenas objetivas e discursivas · cartões-resposta seguem fluxo próprio (download/upload na avaliação principal)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ABERTO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Aviso: acesso à plataforma Iônica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Chamado CITSmart nº 644161 — aberto em 27/07/2026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Sintoma: professoras cadastradas na Iônica têm usuários inativados automaticamente, exigindo reativação manual diária.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Professoras afetadas: Sabrina de Souza Pessoa, Linda Gabriela Reis Noleto e Ana Feitosa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355848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004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27/07 — Chamado aberto; suporte responde "acesso liberado", mas problema persiste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4041648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86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28/07 — Contato direto via WhatsApp reforça recorrência diária do problema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4727448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5720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29/07 — Só Linda é achada na Layers; suporte não tem acesso ao sistema acadêmico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5413248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257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30/07 — Sem solução definitiva; nova verificação segue pendente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Canais de suporte Estuda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0" y="19385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na plataforma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2331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Ícone de balão no canto inferior direito de qualquer tela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0896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✉️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828800" y="32186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suporte@estuda.com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38912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🕒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28800" y="44988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48920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Seg. a sex. 08h30–18h30 · Sáb. 08h30–12h30 (Brasília)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2026-07-31T14:16:55Z</dcterms:created>
  <dcterms:modified xsi:type="dcterms:W3CDTF">2026-07-31T14:16:55Z</dcterms:modified>
</cp:coreProperties>
</file>